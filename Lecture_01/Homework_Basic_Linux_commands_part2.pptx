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257" r:id="rId5"/>
    <p:sldId id="258" r:id="rId6"/>
    <p:sldId id="259" r:id="rId7"/>
    <p:sldId id="260" r:id="rId8"/>
  </p:sldIdLst>
  <p:sldSz cx="12192000" cy="6858000"/>
  <p:notesSz cx="7103745" cy="102342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a1b7bba23f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0" name="Google Shape;900;g3a1b7bba23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3a1b7bba23f_0_3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9" name="Google Shape;1239;g3a1b7bba23f_0_3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3a1b7bba23f_0_3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0" name="Google Shape;1250;g3a1b7bba23f_0_3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3a1b7bba23f_0_3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1" name="Google Shape;1261;g3a1b7bba23f_0_3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a1b7bba23f_0_3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2" name="Google Shape;1272;g3a1b7bba23f_0_3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" name="Google Shape;905;p8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00267" y="0"/>
            <a:ext cx="3791735" cy="2680633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89"/>
          <p:cNvSpPr txBox="1"/>
          <p:nvPr>
            <p:ph type="ctrTitle"/>
          </p:nvPr>
        </p:nvSpPr>
        <p:spPr>
          <a:xfrm>
            <a:off x="538633" y="2854733"/>
            <a:ext cx="109856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6265"/>
              <a:t>Basic Linux commands part 2</a:t>
            </a:r>
            <a:endParaRPr sz="6265"/>
          </a:p>
        </p:txBody>
      </p:sp>
      <p:sp>
        <p:nvSpPr>
          <p:cNvPr id="903" name="Google Shape;903;p89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600"/>
            </a:fld>
            <a:endParaRPr lang="en-GB" sz="1600"/>
          </a:p>
        </p:txBody>
      </p:sp>
      <p:sp>
        <p:nvSpPr>
          <p:cNvPr id="904" name="Google Shape;904;p89"/>
          <p:cNvSpPr txBox="1"/>
          <p:nvPr>
            <p:ph type="subTitle" idx="1"/>
          </p:nvPr>
        </p:nvSpPr>
        <p:spPr>
          <a:xfrm>
            <a:off x="2454163" y="4564319"/>
            <a:ext cx="6912400" cy="2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lnSpcReduction="2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 i="1"/>
              <a:t>Adapted and modified slides from Nguyen Quang Khai</a:t>
            </a:r>
            <a:endParaRPr sz="2000" i="1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/>
              <a:t>Nov 9, 2025 </a:t>
            </a:r>
            <a:endParaRPr sz="200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/>
              <a:t>hagiahuy311@gmail.com</a:t>
            </a:r>
            <a:br>
              <a:rPr lang="en-GB" sz="2000"/>
            </a:br>
            <a:r>
              <a:rPr lang="en-GB" sz="2000"/>
              <a:t>HuyHa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118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600"/>
            </a:fld>
            <a:endParaRPr lang="en-GB" sz="1600"/>
          </a:p>
        </p:txBody>
      </p:sp>
      <p:sp>
        <p:nvSpPr>
          <p:cNvPr id="1242" name="Google Shape;1242;p118"/>
          <p:cNvSpPr txBox="1"/>
          <p:nvPr/>
        </p:nvSpPr>
        <p:spPr>
          <a:xfrm>
            <a:off x="4809400" y="143567"/>
            <a:ext cx="2573200" cy="1146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93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Homeworks</a:t>
            </a:r>
            <a:endParaRPr sz="2935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118"/>
          <p:cNvSpPr txBox="1"/>
          <p:nvPr/>
        </p:nvSpPr>
        <p:spPr>
          <a:xfrm>
            <a:off x="296500" y="676067"/>
            <a:ext cx="11222400" cy="160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Create a directory named “hw2".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Move to “hw2" directory, and download this file (SRR25653406.fasta.tar.gz) using wget command: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46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https://github.com/UeenHuynh/MGMA_2024/raw/main/lecture_2/2.%20basic%20Linux%20commands%20part%202/SRR25653406.fasta.tar.gz</a:t>
            </a:r>
            <a:endParaRPr sz="146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Decompressing this file SRR25653406.fasta.tar.gz using tar command.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118"/>
          <p:cNvSpPr txBox="1"/>
          <p:nvPr/>
        </p:nvSpPr>
        <p:spPr>
          <a:xfrm>
            <a:off x="302200" y="2033833"/>
            <a:ext cx="11222400" cy="2648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Additional information about FASTA format (The file has the extension .fasta, .faa, .fna, etc.):</a:t>
            </a:r>
            <a:endParaRPr sz="1735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FASTA format is a text-based format, contains two lines: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- First line: is the comment (description) line.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GB" sz="1735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Always starts with “&gt;” sign (This information is useful for the exercise).</a:t>
            </a:r>
            <a:endParaRPr sz="1735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Give basic information about the sequence (nucleotide or amino acid).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98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Second line: The actual sequence of the first line description, using a standard one-letter character string.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118"/>
          <p:cNvSpPr txBox="1"/>
          <p:nvPr/>
        </p:nvSpPr>
        <p:spPr>
          <a:xfrm>
            <a:off x="3021133" y="4960733"/>
            <a:ext cx="5413600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4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(https://www.ncbi.nlm.nih.gov/nuccore/M35309.1?report=fasta)</a:t>
            </a:r>
            <a:endParaRPr sz="146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6" name="Google Shape;1246;p1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724300" y="3962000"/>
            <a:ext cx="8743401" cy="109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118"/>
          <p:cNvSpPr txBox="1"/>
          <p:nvPr/>
        </p:nvSpPr>
        <p:spPr>
          <a:xfrm>
            <a:off x="356733" y="5371100"/>
            <a:ext cx="11540000" cy="131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 Let's call this single-sequence FASTA format (https://en.wikipedia.org/wiki/FASTA_format), so if a text file contains a single-sequence FASTA format, this file is called a single-sequence FASTA file. 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If a text file contains two or more single-sequence FASTA format, this file is called a multiple-sequence FASTA file or multi-FASTA file.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119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600"/>
            </a:fld>
            <a:endParaRPr lang="en-GB" sz="1600"/>
          </a:p>
        </p:txBody>
      </p:sp>
      <p:sp>
        <p:nvSpPr>
          <p:cNvPr id="1253" name="Google Shape;1253;p119"/>
          <p:cNvSpPr txBox="1"/>
          <p:nvPr/>
        </p:nvSpPr>
        <p:spPr>
          <a:xfrm>
            <a:off x="4809400" y="143567"/>
            <a:ext cx="2573200" cy="1146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93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Homeworks</a:t>
            </a:r>
            <a:endParaRPr sz="2935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119"/>
          <p:cNvSpPr txBox="1"/>
          <p:nvPr/>
        </p:nvSpPr>
        <p:spPr>
          <a:xfrm>
            <a:off x="296500" y="777667"/>
            <a:ext cx="11222400" cy="54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119"/>
          <p:cNvSpPr txBox="1"/>
          <p:nvPr/>
        </p:nvSpPr>
        <p:spPr>
          <a:xfrm>
            <a:off x="334967" y="3618300"/>
            <a:ext cx="11731600" cy="393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Additional information for this file: SRR25653406.fasta (after decompressing using tar command).</a:t>
            </a:r>
            <a:endParaRPr sz="1735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This is a multi-FASTA file. It is converted from fastq to fasta format file (Don't worry about fastq format in this exercise), the original fastq format file is obtained from the sequencing machine. 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Each single-sequence FASTA in this file is information about </a:t>
            </a:r>
            <a:r>
              <a:rPr lang="en-GB" sz="1735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read</a:t>
            </a: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a piece of DNA sequence obtained from the sequencing machine: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+ First line: some information about the sequencing platform of this file, that's all, don't worry about the details.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9875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Second line: DNA sequence of that </a:t>
            </a:r>
            <a:r>
              <a:rPr lang="en-GB" sz="1735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character string consisting of 4 types of letters: A, T, G, C representing 4 types of nucleotides. In addition, there is the letter N, which means 1 of 4 possible types of nucleotides, because the sequencing machine cannot identify which type of nucleotide it is.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119"/>
          <p:cNvSpPr txBox="1"/>
          <p:nvPr/>
        </p:nvSpPr>
        <p:spPr>
          <a:xfrm>
            <a:off x="131100" y="644667"/>
            <a:ext cx="11731600" cy="54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example of multi-FASTA format :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119"/>
          <p:cNvSpPr txBox="1"/>
          <p:nvPr/>
        </p:nvSpPr>
        <p:spPr>
          <a:xfrm>
            <a:off x="2317800" y="3128900"/>
            <a:ext cx="7806000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46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(https://www.researchgate.net/figure/A-sample-of-the-Multi-FASTA-file_fig1_309134977)</a:t>
            </a:r>
            <a:endParaRPr sz="146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8" name="Google Shape;1258;p11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317795" y="1189151"/>
            <a:ext cx="6820904" cy="1998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120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600"/>
            </a:fld>
            <a:endParaRPr lang="en-GB" sz="1600"/>
          </a:p>
        </p:txBody>
      </p:sp>
      <p:sp>
        <p:nvSpPr>
          <p:cNvPr id="1264" name="Google Shape;1264;p120"/>
          <p:cNvSpPr txBox="1"/>
          <p:nvPr/>
        </p:nvSpPr>
        <p:spPr>
          <a:xfrm>
            <a:off x="4809400" y="143567"/>
            <a:ext cx="2573200" cy="1146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93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Homeworks</a:t>
            </a:r>
            <a:endParaRPr sz="2935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120"/>
          <p:cNvSpPr txBox="1"/>
          <p:nvPr/>
        </p:nvSpPr>
        <p:spPr>
          <a:xfrm>
            <a:off x="296500" y="777667"/>
            <a:ext cx="11222400" cy="54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120"/>
          <p:cNvSpPr txBox="1"/>
          <p:nvPr/>
        </p:nvSpPr>
        <p:spPr>
          <a:xfrm>
            <a:off x="275200" y="841167"/>
            <a:ext cx="11014000" cy="54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single-sequence FASTA in this file: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7" name="Google Shape;1267;p1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6400" y="1359175"/>
            <a:ext cx="11013999" cy="659992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20"/>
          <p:cNvSpPr txBox="1"/>
          <p:nvPr/>
        </p:nvSpPr>
        <p:spPr>
          <a:xfrm>
            <a:off x="1058700" y="1945067"/>
            <a:ext cx="9978000" cy="734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(The DNA sequence has 2 lines because the screen is not enough to display 1 line, so it is split into 2 lines)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120"/>
          <p:cNvSpPr txBox="1"/>
          <p:nvPr/>
        </p:nvSpPr>
        <p:spPr>
          <a:xfrm>
            <a:off x="404800" y="2913417"/>
            <a:ext cx="10754800" cy="305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How many lines does this file have? Using: wc.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How many reads does this file have? Using: grep for the search “^&gt;” means the line starts with the character "&gt;", and -c option.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How many reads </a:t>
            </a:r>
            <a:r>
              <a:rPr lang="en-GB" sz="1735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 not have any N</a:t>
            </a: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Using: grep with -v, -c option; pipe.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Create a file named "id_read.txt" containing only the first line (the line contains information) of all reads. Using: grep with “^v"; output redirection. 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21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600"/>
            </a:fld>
            <a:endParaRPr lang="en-GB" sz="1600"/>
          </a:p>
        </p:txBody>
      </p:sp>
      <p:sp>
        <p:nvSpPr>
          <p:cNvPr id="1275" name="Google Shape;1275;p121"/>
          <p:cNvSpPr txBox="1"/>
          <p:nvPr/>
        </p:nvSpPr>
        <p:spPr>
          <a:xfrm>
            <a:off x="4809400" y="143567"/>
            <a:ext cx="2573200" cy="1146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93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Homeworks</a:t>
            </a:r>
            <a:endParaRPr sz="2935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121"/>
          <p:cNvSpPr txBox="1"/>
          <p:nvPr/>
        </p:nvSpPr>
        <p:spPr>
          <a:xfrm>
            <a:off x="201733" y="995933"/>
            <a:ext cx="11498400" cy="144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Create a file named "part_of_id_read.txt" containing </a:t>
            </a:r>
            <a:r>
              <a:rPr lang="en-GB" sz="1735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part of the first line</a:t>
            </a: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(the line contains information) of </a:t>
            </a:r>
            <a:r>
              <a:rPr lang="en-GB" sz="1735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all reads</a:t>
            </a: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Using: grep; pipe; cut; output redirection.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7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lines of 1 read:</a:t>
            </a:r>
            <a:endParaRPr sz="173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7" name="Google Shape;1277;p12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13733" y="2309533"/>
            <a:ext cx="10310499" cy="617467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121"/>
          <p:cNvSpPr txBox="1"/>
          <p:nvPr/>
        </p:nvSpPr>
        <p:spPr>
          <a:xfrm>
            <a:off x="1013733" y="2786067"/>
            <a:ext cx="11120400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465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(The line containing the DNA sequence has 2 lines because the screen is not enough to display 1 line, so it is split into 2 lines).</a:t>
            </a:r>
            <a:endParaRPr sz="146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121"/>
          <p:cNvSpPr txBox="1"/>
          <p:nvPr/>
        </p:nvSpPr>
        <p:spPr>
          <a:xfrm>
            <a:off x="430133" y="3429000"/>
            <a:ext cx="4000000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part of the first line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1 reads:</a:t>
            </a: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0" name="Google Shape;1280;p121"/>
          <p:cNvPicPr preferRelativeResize="0"/>
          <p:nvPr/>
        </p:nvPicPr>
        <p:blipFill rotWithShape="1">
          <a:blip r:embed="rId1"/>
          <a:srcRect l="20223" r="39371" b="64196"/>
          <a:stretch>
            <a:fillRect/>
          </a:stretch>
        </p:blipFill>
        <p:spPr>
          <a:xfrm>
            <a:off x="937367" y="4000767"/>
            <a:ext cx="8458197" cy="44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3262</Words>
  <Application>WPS Presentation</Application>
  <PresentationFormat>Widescreen</PresentationFormat>
  <Paragraphs>70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Arial Unicode MS</vt:lpstr>
      <vt:lpstr>Calibri Light</vt:lpstr>
      <vt:lpstr>DejaVu Sans</vt:lpstr>
      <vt:lpstr>Calibri</vt:lpstr>
      <vt:lpstr>微软雅黑</vt:lpstr>
      <vt:lpstr>Droid Sans Fallback</vt:lpstr>
      <vt:lpstr>Arial</vt:lpstr>
      <vt:lpstr>Office Theme</vt:lpstr>
      <vt:lpstr>Basic Linux commands part 2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Linux commands part 2</dc:title>
  <dc:creator>huyha</dc:creator>
  <cp:lastModifiedBy>huyha</cp:lastModifiedBy>
  <cp:revision>1</cp:revision>
  <dcterms:created xsi:type="dcterms:W3CDTF">2025-11-10T15:55:23Z</dcterms:created>
  <dcterms:modified xsi:type="dcterms:W3CDTF">2025-11-10T15:55:23Z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
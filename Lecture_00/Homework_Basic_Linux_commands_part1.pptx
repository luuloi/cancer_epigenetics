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7" r:id="rId5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6cdf0ce2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9f6cdf0ce2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9f6cdf0ce2_0_5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3" name="Google Shape;893;g39f6cdf0ce2_0_5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64200" y="1590200"/>
            <a:ext cx="108636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5735"/>
              <a:t>Ubuntu </a:t>
            </a:r>
            <a:endParaRPr sz="5735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5735"/>
              <a:t>and basic Linux command part 1</a:t>
            </a:r>
            <a:endParaRPr sz="5735"/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2462629" y="4218032"/>
            <a:ext cx="6912400" cy="2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2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i="1"/>
              <a:t>Adapted and modified slides from Nguyen Quang Khai</a:t>
            </a:r>
            <a:endParaRPr sz="2000" i="1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Nov 2, 2025 </a:t>
            </a:r>
            <a:endParaRPr sz="200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hagiahuy311@gmail.com</a:t>
            </a:r>
            <a:br>
              <a:rPr lang="en-GB" sz="2000"/>
            </a:br>
            <a:r>
              <a:rPr lang="en-GB" sz="2000"/>
              <a:t>HuyHa</a:t>
            </a:r>
            <a:endParaRPr sz="2000"/>
          </a:p>
        </p:txBody>
      </p:sp>
      <p:sp>
        <p:nvSpPr>
          <p:cNvPr id="56" name="Google Shape;56;p13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00267" y="0"/>
            <a:ext cx="3791735" cy="2680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8"/>
          <p:cNvSpPr txBox="1"/>
          <p:nvPr>
            <p:ph type="title"/>
          </p:nvPr>
        </p:nvSpPr>
        <p:spPr>
          <a:xfrm>
            <a:off x="4864000" y="174267"/>
            <a:ext cx="2464000" cy="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2000"/>
              <a:buNone/>
            </a:pPr>
            <a:r>
              <a:rPr lang="en-GB" sz="2560" b="1"/>
              <a:t>Homework</a:t>
            </a:r>
            <a:endParaRPr sz="2560" b="1"/>
          </a:p>
        </p:txBody>
      </p:sp>
      <p:sp>
        <p:nvSpPr>
          <p:cNvPr id="896" name="Google Shape;896;p88"/>
          <p:cNvSpPr txBox="1"/>
          <p:nvPr>
            <p:ph type="body" idx="1"/>
          </p:nvPr>
        </p:nvSpPr>
        <p:spPr>
          <a:xfrm>
            <a:off x="428800" y="911267"/>
            <a:ext cx="11075200" cy="5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179705" lvl="0" indent="-1797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2000"/>
              <a:t>Move to the “Documents” directory in “user_name" directory in home directory. Use: cd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2000" b="1"/>
              <a:t>Solve the questions below while </a:t>
            </a:r>
            <a:r>
              <a:rPr lang="en-GB" sz="2000" b="1">
                <a:solidFill>
                  <a:srgbClr val="FF0000"/>
                </a:solidFill>
              </a:rPr>
              <a:t>still</a:t>
            </a:r>
            <a:r>
              <a:rPr lang="en-GB" sz="2000" b="1"/>
              <a:t> in the “Documents” directory</a:t>
            </a:r>
            <a:endParaRPr sz="2000" b="1"/>
          </a:p>
          <a:p>
            <a:pPr marL="179705" lvl="0" indent="-17970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2000"/>
              <a:t>Create 01 directory named “bio1” in “Documents” directory. Use: mkdir</a:t>
            </a:r>
            <a:endParaRPr sz="2000"/>
          </a:p>
          <a:p>
            <a:pPr marL="179705" lvl="0" indent="-1797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2000"/>
              <a:t>Create 01 file named “chr1” in “bio1" directory. Use: touch or nano</a:t>
            </a:r>
            <a:endParaRPr sz="2000"/>
          </a:p>
          <a:p>
            <a:pPr marL="179705" lvl="0" indent="-1797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2000"/>
              <a:t>Create 02 directories named “bio2” and “bio3” in “Documents” directory, with </a:t>
            </a:r>
            <a:r>
              <a:rPr lang="en-GB" sz="2000" b="1"/>
              <a:t>one command line</a:t>
            </a:r>
            <a:r>
              <a:rPr lang="en-GB" sz="2000"/>
              <a:t>. Use: mkdir</a:t>
            </a:r>
            <a:endParaRPr sz="2000"/>
          </a:p>
          <a:p>
            <a:pPr marL="179705" lvl="0" indent="-1797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2000"/>
              <a:t>Create: 2 files named “chr2” and “chr3” in “bio2" directory, 2 files named “chr4” and “chr5” in “bio3" directory, with </a:t>
            </a:r>
            <a:r>
              <a:rPr lang="en-GB" sz="2000" b="1"/>
              <a:t>one command line</a:t>
            </a:r>
            <a:r>
              <a:rPr lang="en-GB" sz="2000"/>
              <a:t>. Use: </a:t>
            </a:r>
            <a:r>
              <a:rPr lang="en-US" altLang="en-GB" sz="2000"/>
              <a:t>touch or nano</a:t>
            </a:r>
            <a:endParaRPr sz="2000"/>
          </a:p>
          <a:p>
            <a:pPr marL="179705" lvl="0" indent="-1797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2000"/>
              <a:t>Copy “chr2" file into “bio1" directory, with a different name “c2"</a:t>
            </a:r>
            <a:r>
              <a:rPr lang="en-US" altLang="en-GB" sz="2000"/>
              <a:t>t</a:t>
            </a:r>
            <a:r>
              <a:rPr lang="en-GB" sz="2000"/>
              <a:t>. Use: cp </a:t>
            </a:r>
            <a:endParaRPr sz="2000"/>
          </a:p>
          <a:p>
            <a:pPr marL="179705" lvl="0" indent="-179705" algn="l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SzPts val="1500"/>
              <a:buAutoNum type="arabicPeriod"/>
            </a:pPr>
            <a:r>
              <a:rPr lang="en-GB" sz="2000"/>
              <a:t>Delete all newly created files and folders above, with </a:t>
            </a:r>
            <a:r>
              <a:rPr lang="en-GB" sz="2000" b="1"/>
              <a:t>one command line</a:t>
            </a:r>
            <a:r>
              <a:rPr lang="en-GB" sz="2000"/>
              <a:t>. Use: rm -r</a:t>
            </a:r>
            <a:endParaRPr sz="2000"/>
          </a:p>
        </p:txBody>
      </p:sp>
      <p:sp>
        <p:nvSpPr>
          <p:cNvPr id="897" name="Google Shape;897;p88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WPS Presentation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DejaVu Sans</vt:lpstr>
      <vt:lpstr>Calibri</vt:lpstr>
      <vt:lpstr>微软雅黑</vt:lpstr>
      <vt:lpstr>Droid Sans Fallback</vt:lpstr>
      <vt:lpstr>Office Theme</vt:lpstr>
      <vt:lpstr>and basic Linux command part 1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 and basic Linux command part 1</dc:title>
  <dc:creator>huyha</dc:creator>
  <cp:lastModifiedBy>huyha</cp:lastModifiedBy>
  <cp:revision>1</cp:revision>
  <dcterms:created xsi:type="dcterms:W3CDTF">2025-11-10T15:55:38Z</dcterms:created>
  <dcterms:modified xsi:type="dcterms:W3CDTF">2025-11-10T15:55:38Z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